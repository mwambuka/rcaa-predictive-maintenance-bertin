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 Light"/>
              </a:rPr>
              <a:t>Predictive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D6E4F0"/>
                </a:solidFill>
                <a:latin typeface="Calibri Light"/>
              </a:rPr>
              <a:t>for Aircraft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Rwanda Civil Aviation Authority — Data Science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4F0"/>
                </a:solidFill>
                <a:latin typeface="Calibri"/>
              </a:rPr>
              <a:t>Predicting component failure within the next 10 flight cycles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 Problem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Every unplanned component failure is a failure of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743200" cy="1920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AOG Event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Aircraft-on-Ground
costs $10k–$150k/hr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463040"/>
            <a:ext cx="2743200" cy="1920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Safety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Unplanned failures
compromise safety margins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463040"/>
            <a:ext cx="2743200" cy="192024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Delayed Flights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Cascading disruption
across the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463040"/>
            <a:ext cx="2743200" cy="1920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Wasted 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031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Early maintenance
costs with no benefit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520440"/>
            <a:ext cx="11750040" cy="13258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844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The Solution: Predict failure 10 flight cycles in advance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0690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C3E50"/>
                </a:solidFill>
                <a:latin typeface="Calibri"/>
              </a:rPr>
              <a:t>Give maintenance planners a ranked list of at-risk components every flight — before any failure occurs, while there is still time to 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029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4E79"/>
                </a:solidFill>
                <a:latin typeface="Calibri"/>
              </a:rPr>
              <a:t>"Catching zero failures is not a data science achievement. Catching every failure before it grounds a plane is."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Five steps from raw sensor data to actionable risk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194560" cy="3474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346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Validate sensors,
flag anomalies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463040"/>
            <a:ext cx="2194560" cy="3474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508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Explore (EDA)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8346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Understand failure
patterns and signals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463040"/>
            <a:ext cx="2194560" cy="3474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508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Engineer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346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Transform snapshots
into temporal signals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20" y="1463040"/>
            <a:ext cx="2194560" cy="3474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508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 &amp;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8346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4 models, cost-sensitive,
cross-validated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38360" y="1463040"/>
            <a:ext cx="2194560" cy="3474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1508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 Light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194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834640"/>
            <a:ext cx="2011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Risk scores →
maintenance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7712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606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C3E50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5120640"/>
            <a:ext cx="1175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Throughout: explainability (SHAP + decision rules) so engineers understand every alert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6,000 records | 20 aircraft | 4 components | 1 critical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2651760" cy="1325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6,000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417320"/>
            <a:ext cx="2651760" cy="1325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Aircraft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417320"/>
            <a:ext cx="2651760" cy="1325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2286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Component Types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926080"/>
            <a:ext cx="2651760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Failure 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926080"/>
            <a:ext cx="2651760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42:1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Class Imbalance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926080"/>
            <a:ext cx="265176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301752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7947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Raw Features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417320"/>
            <a:ext cx="3154680" cy="2971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4813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⚠ The Core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192024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Only 2.3% of records
are failures.
A model that always
predicts 'No Failure'
scores 97.7% accuracy
—
and catches ZERO
failures.</a:t>
            </a:r>
          </a:p>
        </p:txBody>
      </p:sp>
      <p:pic>
        <p:nvPicPr>
          <p:cNvPr id="27" name="Picture 26" descr="01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572000"/>
            <a:ext cx="8503920" cy="219456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What the Data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No single sensor predicts failure — it's the pattern over time that matters</a:t>
            </a:r>
          </a:p>
        </p:txBody>
      </p:sp>
      <p:pic>
        <p:nvPicPr>
          <p:cNvPr id="6" name="Picture 5" descr="05_boxplots_by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7724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38160" y="1371600"/>
            <a:ext cx="384048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965960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Fault codes: clear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39572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Vibration elevated pre-failure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825496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Temperature: mild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3255263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Humidity/ambient: no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685031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Engine1 + Wing: highest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4114800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Failures cluster at high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44568"/>
            <a:ext cx="3703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▸ Sensor drift flags real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5577840"/>
            <a:ext cx="1179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1">
                <a:solidFill>
                  <a:srgbClr val="1F4E79"/>
                </a:solidFill>
                <a:latin typeface="Calibri"/>
              </a:rPr>
              <a:t>→ Single-cycle readings hint at the signal. Tracking accumulation over 5 cycles unlocks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Turning Snapshots into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Feature engineering: from 13 raw features to 43 temporal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657600" cy="1874519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Rolling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488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Mean &amp; std dev
over 3 &amp; 5 cycles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508760"/>
            <a:ext cx="3657600" cy="187451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Rate of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488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Δ per cycle
— speed of deterioration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08760"/>
            <a:ext cx="3657600" cy="1874519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1848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Fault Accumulation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14883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★ Rolling 5-cycle
fault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79"/>
            <a:ext cx="3657600" cy="187451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72160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Stress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25195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Vibration + Pressure
combined z-score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611879"/>
            <a:ext cx="3657600" cy="1874519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372160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Interactions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25195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Vib × Temp
Drift × Faults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611879"/>
            <a:ext cx="3657600" cy="1874519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721607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Maint. Urgency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251959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Faults ×
cycles since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715000"/>
            <a:ext cx="11612880" cy="594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760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★  fault_roll5_sum = #1 predictor   |   61% of XGBoost's predictive gain   |   Validated by SHAP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Training Four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Cost-sensitive learning + stratified cross-validation for the 42:1 imbalance</a:t>
            </a:r>
          </a:p>
        </p:txBody>
      </p:sp>
      <p:pic>
        <p:nvPicPr>
          <p:cNvPr id="6" name="Picture 5" descr="07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77724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29600" y="1371600"/>
            <a:ext cx="3749039" cy="36576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4630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Model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38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193852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Calibri"/>
              </a:rPr>
              <a:t>PR-AUC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193852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E79"/>
                </a:solidFill>
                <a:latin typeface="Calibri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3774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Logistic Reg.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23774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0.557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237744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0.857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9443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94436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0.870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2944368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0.964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51129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3E50"/>
                </a:solidFill>
                <a:latin typeface="Calibri"/>
              </a:rPr>
              <a:t>LightGBM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511296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0.936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3511296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2C3E50"/>
                </a:solidFill>
                <a:latin typeface="Calibri"/>
              </a:rPr>
              <a:t>0.964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07822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  <a:latin typeface="Calibri"/>
              </a:rPr>
              <a:t>XGBoost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07822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0.963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4078224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1.000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572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Why XGBoost?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9377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  <a:latin typeface="Calibri"/>
              </a:rPr>
              <a:t>Gradient boosting focuses
iterations on hard-to-classify
failure events.
scale_pos_weight=42 bakes
the cost asymmetry into
the loss function.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Results: Zero Missed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XGBoost on held-out 20% test set (1,200 records | 28 failure events)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63040"/>
            <a:ext cx="2651760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0.9992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463040"/>
            <a:ext cx="2651760" cy="1325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0.9632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PR-AUC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463040"/>
            <a:ext cx="265176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0.9180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651760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331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pic>
        <p:nvPicPr>
          <p:cNvPr id="18" name="Picture 17" descr="08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971800"/>
            <a:ext cx="7772400" cy="35661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229600" y="2971800"/>
            <a:ext cx="3749039" cy="35661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108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What This 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611880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Recall = 1.00: every
  failure event caught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315968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Precision = 0.85: ~1 false
  alarm per 6.5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02005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ROC-AUC = 0.999: near-
  perfect discrimination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724144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CV variance ±0.023:
  stable, generalisable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Why Does the Model Predict Failure?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SHAP values + decision rules — every alert is explainable</a:t>
            </a:r>
          </a:p>
        </p:txBody>
      </p:sp>
      <p:pic>
        <p:nvPicPr>
          <p:cNvPr id="6" name="Picture 5" descr="11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86384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1371600"/>
            <a:ext cx="379476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What Engineers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965960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fault_roll5_sum (61%):
  rapid fault accumulation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624328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fault_roll5_mean (21%):
  sustained fault intensity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82696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vibration trend: mechanical
  wear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941064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temperature trend: thermal
  stress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599431"/>
            <a:ext cx="365760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▸ sensor_drift: instrument
  degradation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577840"/>
            <a:ext cx="11750040" cy="5943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5623560"/>
            <a:ext cx="1156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Decision rule for engineers: IF fault_roll5_sum &gt; 9.5 AND temp_sensor_2_5cycle_avg &gt; 93.8°C  →  FLAG FOR INSPECTION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Choosing the Right Alert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The model outputs a probability — the threshold is an operational decision</a:t>
            </a:r>
          </a:p>
        </p:txBody>
      </p:sp>
      <p:pic>
        <p:nvPicPr>
          <p:cNvPr id="6" name="Picture 5" descr="12_threshold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22376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43800" y="1371600"/>
            <a:ext cx="4434840" cy="4114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4630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Threshold Guide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5240" y="1965960"/>
            <a:ext cx="425196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98424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Safety-critical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Threshold: 0.20–0.30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98424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Max recall
More inspections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081528"/>
            <a:ext cx="425196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099815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Balanced (default)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429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Threshold: 0.50–0.68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099815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Optimal F1
Balanced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197096"/>
            <a:ext cx="425196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215383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Cost-optimised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544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Threshold: 0.70–0.80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215383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Fewer alerts
Marginal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5577840"/>
            <a:ext cx="1175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At threshold 0.68: F1 = 0.949 | Recall = 1.00 | Precision = 0.903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640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From Predictions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6E4F0"/>
                </a:solidFill>
                <a:latin typeface="Calibri Light"/>
              </a:rPr>
              <a:t>Risk scores mapped to a four-tier maintenance action framework</a:t>
            </a:r>
          </a:p>
        </p:txBody>
      </p:sp>
      <p:pic>
        <p:nvPicPr>
          <p:cNvPr id="6" name="Picture 5" descr="13_risk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0"/>
            <a:ext cx="7315200" cy="3566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371600"/>
            <a:ext cx="4343400" cy="356616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630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  <a:latin typeface="Calibri"/>
              </a:rPr>
              <a:t>Risk Tiers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1920240"/>
            <a:ext cx="4160520" cy="6583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93852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🔴 CRITICAL (≥0.60)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22199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Ground — urgent inspection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651760"/>
            <a:ext cx="416052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267004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🟠 HIGH (0.35–0.59)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95351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Next maintenance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3383280"/>
            <a:ext cx="4160520" cy="658368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40156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🟡 MEDIUM (0.15–0.34)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68503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Increase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4114800"/>
            <a:ext cx="41605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13308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🟢 LOW (&lt;0.15)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41655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Standard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5074920"/>
            <a:ext cx="11750040" cy="1143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Integration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4681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1. Ingest
sensor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577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39" y="54681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2. Compute
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577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59" y="54681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3. Score with
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5577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54681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4. Assign
risk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5778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46811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5. Dispatch
work order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537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6E4F0"/>
                </a:solidFill>
                <a:latin typeface="Calibri"/>
              </a:rPr>
              <a:t>RCAA — Predictive Maintenance Assessment  |  March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37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D6E4F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960120"/>
            <a:ext cx="57607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 Light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2606040" cy="1325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0.9992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15568"/>
            <a:ext cx="2606040" cy="13258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1612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0.9632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20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15568"/>
            <a:ext cx="2606040" cy="1325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1612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1.0000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20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115568"/>
            <a:ext cx="2606040" cy="1325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161288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0.9180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920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F1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✓   XGBoost achieves perfect recall — zero failures missed on the 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36976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✓   Rolling fault accumulation (fault_roll5_sum) is the decisive signal — 61% of model 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039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✓   A shallow decision tree provides human-readable rules for maintenance engineers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70831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✓   The inference pipeline (predict.py) is production-ready for integration with FDMS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5955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Prepared for RCAA  |  Data Science Assessment  |  March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6E4F0"/>
                </a:solidFill>
                <a:latin typeface="Calibri"/>
              </a:rPr>
              <a:t>Questions welcome — I can walk through any section in detail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